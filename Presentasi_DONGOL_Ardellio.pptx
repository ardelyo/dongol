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02060"/>
                </a:solidFill>
              </a:defRPr>
            </a:pPr>
            <a:r>
              <a:t>DONGOL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Distributed Orchestration for Navigating Goals and Operational Logic</a:t>
            </a:r>
          </a:p>
          <a:p/>
          <a:p>
            <a:r>
              <a:t>Sistem Manajemen Tugas Paralel Modern</a:t>
            </a:r>
          </a:p>
          <a:p/>
          <a:p>
            <a:r>
              <a:t>Disusun oleh:</a:t>
            </a:r>
          </a:p>
          <a:p>
            <a:r>
              <a:t>Ardellio Satria Anindito</a:t>
            </a:r>
          </a:p>
          <a:p>
            <a:r>
              <a:t>SMA Kartika XIX-1 Bandung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Kebutuhan pemrosesan data efisien semakin meningkat</a:t>
            </a:r>
          </a:p>
          <a:p>
            <a:pPr>
              <a:defRPr sz="2000"/>
            </a:pPr>
            <a:r>
              <a:t>• Sistem sekuensial mengalami kendala dengan data besar</a:t>
            </a:r>
          </a:p>
          <a:p>
            <a:pPr>
              <a:defRPr sz="2000"/>
            </a:pPr>
            <a:r>
              <a:t>• Pendekatan "Think Parallel, Execute Faster"</a:t>
            </a:r>
          </a:p>
          <a:p>
            <a:pPr>
              <a:defRPr sz="2000"/>
            </a:pPr>
            <a:r>
              <a:t>• DONGOL: Solusi manajemen tugas paralel dengan chunking cerdas</a:t>
            </a:r>
          </a:p>
          <a:p>
            <a:pPr>
              <a:defRPr sz="2000"/>
            </a:pPr>
            <a:r>
              <a:t>• Agent-native design untuk AI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Arsitektur Sistem DONGOL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61988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Komponen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Presentation Layer - CLI, REST API, WebSocket, SDK</a:t>
            </a:r>
          </a:p>
          <a:p>
            <a:pPr>
              <a:defRPr sz="2000"/>
            </a:pPr>
            <a:r>
              <a:t>2. Unified Core Engine - Async event loop, scheduler</a:t>
            </a:r>
          </a:p>
          <a:p>
            <a:pPr>
              <a:defRPr sz="2000"/>
            </a:pPr>
            <a:r>
              <a:t>3. Parallel Thinker Matrix - 8 workers, load balancer</a:t>
            </a:r>
          </a:p>
          <a:p>
            <a:pPr>
              <a:defRPr sz="2000"/>
            </a:pPr>
            <a:r>
              <a:t>4. Intelligent Chunking - Token, Structure, Semantic</a:t>
            </a:r>
          </a:p>
          <a:p>
            <a:pPr>
              <a:defRPr sz="2000"/>
            </a:pPr>
            <a:r>
              <a:t>5. Context Memory - L1-L4 caching, Vector DB</a:t>
            </a:r>
          </a:p>
          <a:p>
            <a:pPr>
              <a:defRPr sz="2000"/>
            </a:pPr>
            <a:r>
              <a:t>6. Persistence Layer - SQLite, Sled, File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Teknologi yang Digunakan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Python 3.9+ dengan asyncio untuk concurrency</a:t>
            </a:r>
          </a:p>
          <a:p>
            <a:pPr>
              <a:defRPr sz="2000"/>
            </a:pPr>
            <a:r>
              <a:t>• ThreadPool &amp; ProcessPool untuk parallel execution</a:t>
            </a:r>
          </a:p>
          <a:p>
            <a:pPr>
              <a:defRPr sz="2000"/>
            </a:pPr>
            <a:r>
              <a:t>• FastAPI untuk REST API</a:t>
            </a:r>
          </a:p>
          <a:p>
            <a:pPr>
              <a:defRPr sz="2000"/>
            </a:pPr>
            <a:r>
              <a:t>• Rich &amp; Click untuk CLI interaktif</a:t>
            </a:r>
          </a:p>
          <a:p>
            <a:pPr>
              <a:defRPr sz="2000"/>
            </a:pPr>
            <a:r>
              <a:t>• Topological sort untuk dependency resolution</a:t>
            </a:r>
          </a:p>
          <a:p>
            <a:pPr>
              <a:defRPr sz="2000"/>
            </a:pPr>
            <a:r>
              <a:t>• Actor-model dengan message passing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Hasil Benchmarking</a:t>
            </a:r>
          </a:p>
        </p:txBody>
      </p:sp>
      <p:pic>
        <p:nvPicPr>
          <p:cNvPr id="4" name="Picture 3" descr="benchmark_gra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8325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Analisis Drive D (Data Nyata)</a:t>
            </a:r>
          </a:p>
        </p:txBody>
      </p:sp>
      <p:pic>
        <p:nvPicPr>
          <p:cNvPr id="4" name="Picture 3" descr="fil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109348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Hasil Pengujian Performa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Task Creation: 48.713 tugas/detik (target: 10.000)</a:t>
            </a:r>
          </a:p>
          <a:p>
            <a:pPr>
              <a:defRPr sz="2000"/>
            </a:pPr>
            <a:r>
              <a:t>• Parallel Speedup: 4.5x lebih cepat dari sekuensial</a:t>
            </a:r>
          </a:p>
          <a:p>
            <a:pPr>
              <a:defRPr sz="2000"/>
            </a:pPr>
            <a:r>
              <a:t>• Throughput: 196 file/detik vs 43.7 file/detik</a:t>
            </a:r>
          </a:p>
          <a:p>
            <a:pPr>
              <a:defRPr sz="2000"/>
            </a:pPr>
            <a:r>
              <a:t>• Analisis Drive: 2.979 file dalam 48 detik</a:t>
            </a:r>
          </a:p>
          <a:p>
            <a:pPr>
              <a:defRPr sz="2000"/>
            </a:pPr>
            <a:r>
              <a:t>• File terorganisir: 1.455 file (5.36 GB)</a:t>
            </a:r>
          </a:p>
          <a:p>
            <a:pPr>
              <a:defRPr sz="2000"/>
            </a:pPr>
            <a:r>
              <a:t>• Semua target performa terlampaui!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Perbandingan dengan Sistem Lain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Celery/RQ:</a:t>
            </a:r>
          </a:p>
          <a:p>
            <a:pPr>
              <a:defRPr sz="2000"/>
            </a:pPr>
            <a:r>
              <a:t>  • Tidak ada parallel thinking</a:t>
            </a:r>
          </a:p>
          <a:p>
            <a:pPr>
              <a:defRPr sz="2000"/>
            </a:pPr>
            <a:r>
              <a:t>  • Tidak ada intelligent chunking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Airflow/Prefect:</a:t>
            </a:r>
          </a:p>
          <a:p>
            <a:pPr>
              <a:defRPr sz="2000"/>
            </a:pPr>
            <a:r>
              <a:t>  • Latency dalam menit</a:t>
            </a:r>
          </a:p>
          <a:p>
            <a:pPr>
              <a:defRPr sz="2000"/>
            </a:pPr>
            <a:r>
              <a:t>  • Manual chunking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DONGOL:</a:t>
            </a:r>
          </a:p>
          <a:p>
            <a:pPr>
              <a:defRPr sz="2000"/>
            </a:pPr>
            <a:r>
              <a:t>  • ✓ Native parallel thinking</a:t>
            </a:r>
          </a:p>
          <a:p>
            <a:pPr>
              <a:defRPr sz="2000"/>
            </a:pPr>
            <a:r>
              <a:t>  • ✓ Automatic intelligent chunking</a:t>
            </a:r>
          </a:p>
          <a:p>
            <a:pPr>
              <a:defRPr sz="2000"/>
            </a:pPr>
            <a:r>
              <a:t>  • ✓ Latency dalam milidetik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DONGOL berhasil mengimplementasikan sistem paralel</a:t>
            </a:r>
          </a:p>
          <a:p>
            <a:pPr>
              <a:defRPr sz="2000"/>
            </a:pPr>
            <a:r>
              <a:t>   dengan speedup 4.5x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2. Intelligent chunking dengan dependency tracking</a:t>
            </a:r>
          </a:p>
          <a:p>
            <a:pPr>
              <a:defRPr sz="2000"/>
            </a:pPr>
            <a:r>
              <a:t>   berfungsi optimal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3. Task creation rate 48.713/s melampaui target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4. Validasi pada data nyata (23.12 GB) berhasil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5. Sistem siap untuk pengembangan lebih lanjut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Saran Pengembangan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Pengembangan GUI untuk aksesibilitas lebih baik</a:t>
            </a:r>
          </a:p>
          <a:p>
            <a:pPr>
              <a:defRPr sz="2000"/>
            </a:pPr>
            <a:r>
              <a:t>• Implementasi fitur undo/redo</a:t>
            </a:r>
          </a:p>
          <a:p>
            <a:pPr>
              <a:defRPr sz="2000"/>
            </a:pPr>
            <a:r>
              <a:t>• Mode terdistribusi multi-node</a:t>
            </a:r>
          </a:p>
          <a:p>
            <a:pPr>
              <a:defRPr sz="2000"/>
            </a:pPr>
            <a:r>
              <a:t>• Integrasi cloud storage</a:t>
            </a:r>
          </a:p>
          <a:p>
            <a:pPr>
              <a:defRPr sz="2000"/>
            </a:pPr>
            <a:r>
              <a:t>• Optimasi dengan Rust untuk hot paths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02060"/>
                </a:solidFill>
              </a:defRPr>
            </a:pPr>
            <a:r>
              <a:t>Terima Kasih</a:t>
            </a:r>
          </a:p>
          <a:p>
            <a:br/>
            <a:pPr algn="ctr">
              <a:defRPr sz="2800"/>
            </a:pPr>
            <a:r>
              <a:t>Ardellio Satria Anindito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SMA Kartika XIX-1 Bandung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